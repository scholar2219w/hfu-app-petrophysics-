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E5E1F-E99B-0524-4D18-C39DCB3D64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B6DA0E-7903-AB04-DA67-877F1EFDF7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2BDF70-FBAA-7DAF-CE0B-E6E83A9B0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16ABE-DC6E-4C4E-A1D4-177600CF04C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0586D8-1579-7C35-2E21-6090FDD51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65F2F-00B8-6CCD-EADA-FFBDAB96E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CD853-0CE4-4AC5-9A6C-865D81651C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144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6F3A2-8F94-42D7-E285-F273CB2B8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34B6F-391A-4105-1A48-31749751B2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FB25CA-521B-2E95-7248-59E10FAF8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16ABE-DC6E-4C4E-A1D4-177600CF04C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F37F8C-91F0-0CF3-0A37-78A9C1C36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902C5-3DD3-5E3F-2F60-8EAF59FA3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CD853-0CE4-4AC5-9A6C-865D81651C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214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28F8B-49CD-61A0-71F5-89050B28D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5F9E30-BAA6-EBC9-730C-D1D0BE038C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598588-7B72-96A4-9D34-00B299EC6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16ABE-DC6E-4C4E-A1D4-177600CF04C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2AA622-9C8F-AB02-4A44-CEE15374B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A2A834-C130-440F-0B8A-A84908F4B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CD853-0CE4-4AC5-9A6C-865D81651C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264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3936D-2A5D-7C74-E40F-40E369D46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674F8-9FA1-8677-C3ED-67527E897B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90EBC6-CE95-8CD4-45E0-433DF67CFD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D3862-4505-1724-3CA3-9DAB1293A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16ABE-DC6E-4C4E-A1D4-177600CF04C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1381B6-AE7A-FE13-A21F-97C656C4C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53AF39-4F94-D57B-F8C0-DB4C52DD1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CD853-0CE4-4AC5-9A6C-865D81651C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350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22135-9A67-F1B8-C1F7-0A53C7543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42E426-4D06-5D0B-5180-F5D65177C5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45D034-0B17-031C-8F5F-13B028988D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5421B5-93FA-BB0D-D153-CCEA3DDA2C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6EDBFC-7D85-2402-D231-BFC4804A04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11847B-35EC-428F-A47F-498A4812A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16ABE-DC6E-4C4E-A1D4-177600CF04C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CB21B9-F286-1A7D-8DFA-369A7389F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11A085-96D2-334B-4C2A-4539C8AFB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CD853-0CE4-4AC5-9A6C-865D81651C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071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31963-DC49-7931-BB5B-A30E9D1EA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4F6532-6401-6C19-3B8C-FDF5F3E59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16ABE-DC6E-4C4E-A1D4-177600CF04C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CE64BC-3002-0A4D-3916-38F71ED9E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6EAD18-382A-25BF-6882-5A9960A44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CD853-0CE4-4AC5-9A6C-865D81651C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738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00338C-A4D6-9952-CC6B-9015FB4F2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16ABE-DC6E-4C4E-A1D4-177600CF04C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FF458A-DE00-70F8-3ADC-DD822F664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7B93FF-F607-5E32-FDFA-FE4E8E9B4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CD853-0CE4-4AC5-9A6C-865D81651C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085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E64E2-440F-0114-EB16-F2357F47B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867A5-4D88-9D37-52D0-5074AB26CE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F8C55A-F5EA-03E0-57CA-91D846FDA2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893963-B741-179D-E035-8C57092AB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16ABE-DC6E-4C4E-A1D4-177600CF04C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AAA6B-1299-ED3B-230A-7027C1E30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E5DCF9-6A5D-E8AA-E21C-C79DC36AB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CD853-0CE4-4AC5-9A6C-865D81651C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923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D9D89-5D4C-ECAC-F377-60A498936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F63426-0497-39D6-4597-49293ED7F6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946597-06A0-C850-9D5D-7B7889942E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27C81C-4719-864D-929E-ACCFA9A31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16ABE-DC6E-4C4E-A1D4-177600CF04C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FFE3F2-BC42-066C-A9B1-9D582437C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3B97B2-322F-73D0-0759-70F255B3B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CD853-0CE4-4AC5-9A6C-865D81651C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909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B92CB-D47E-A016-79A6-3B851B726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450B41-876A-910B-0F96-99F269FE7C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EBE6E8-BB7E-40BC-5D6E-0ED692B04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16ABE-DC6E-4C4E-A1D4-177600CF04C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10CF08-7940-9209-41A7-5DCAE75E0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9183E5-3405-450C-2275-987A332E3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CD853-0CE4-4AC5-9A6C-865D81651C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248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12BDC1-F578-207C-9656-5F0BF727E4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FA7897-E635-C813-CEFD-660A58DA61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CAC34-74A2-312E-CD1E-C336CDC22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16ABE-DC6E-4C4E-A1D4-177600CF04C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5D0071-6ED8-538D-160F-AFE5F820F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E31B54-1982-2448-B8BA-8CB0B392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CD853-0CE4-4AC5-9A6C-865D81651C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398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B8C8FF-7971-1B5D-C52F-0D11AF16B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7BFBDE-4A93-6209-556C-4BFEE0A5A9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E8EA3-D212-7FA2-9E23-5ABB0B3EB9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E16ABE-DC6E-4C4E-A1D4-177600CF04C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97EF87-875C-CEF0-C065-41688CFB1A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4F9BC-E976-889D-E38A-430D302642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4CD853-0CE4-4AC5-9A6C-865D81651C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969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CF678-070E-E8C0-C5AB-FAA44AE260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044030-1D6A-C68D-2AF2-D07FB2D1AB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735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83F7B3-7CFC-9D28-4042-7BABC3A2A5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958" cy="2408129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0441860-282F-9537-F605-8256F777AE7D}"/>
              </a:ext>
            </a:extLst>
          </p:cNvPr>
          <p:cNvCxnSpPr/>
          <p:nvPr/>
        </p:nvCxnSpPr>
        <p:spPr>
          <a:xfrm>
            <a:off x="1209368" y="1730477"/>
            <a:ext cx="113070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C6AB8C0-A36C-0AC6-4969-E6B52DC7A3CC}"/>
              </a:ext>
            </a:extLst>
          </p:cNvPr>
          <p:cNvSpPr txBox="1"/>
          <p:nvPr/>
        </p:nvSpPr>
        <p:spPr>
          <a:xfrm>
            <a:off x="2467897" y="1407311"/>
            <a:ext cx="70952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Main Reservoir Interval</a:t>
            </a:r>
            <a:br>
              <a:rPr lang="en-GB" dirty="0"/>
            </a:br>
            <a:r>
              <a:rPr lang="en-GB" dirty="0"/>
              <a:t>4000-4077m -&gt; later for good core calibration changed it to 4016-4077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D830F9-9C43-3489-239C-1048717959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92" y="2578951"/>
            <a:ext cx="7491109" cy="400084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F9FA2A7-DC29-F813-AFEE-B88EC01969C6}"/>
              </a:ext>
            </a:extLst>
          </p:cNvPr>
          <p:cNvSpPr/>
          <p:nvPr/>
        </p:nvSpPr>
        <p:spPr>
          <a:xfrm>
            <a:off x="-98323" y="3256602"/>
            <a:ext cx="7747820" cy="25149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8B9CA3-7930-AAC5-8903-763C8AC2F4EB}"/>
              </a:ext>
            </a:extLst>
          </p:cNvPr>
          <p:cNvSpPr txBox="1"/>
          <p:nvPr/>
        </p:nvSpPr>
        <p:spPr>
          <a:xfrm>
            <a:off x="7860891" y="3256602"/>
            <a:ext cx="384544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Wherever we have bad bore hole (washout) porosity log is showing spiked up values</a:t>
            </a:r>
          </a:p>
          <a:p>
            <a:endParaRPr lang="en-GB" dirty="0"/>
          </a:p>
          <a:p>
            <a:r>
              <a:rPr lang="en-GB" dirty="0"/>
              <a:t>Density log-&gt; low</a:t>
            </a:r>
          </a:p>
          <a:p>
            <a:r>
              <a:rPr lang="en-GB" dirty="0"/>
              <a:t>Porosity log-&gt; high (hence PHIT_ND spikes)</a:t>
            </a:r>
          </a:p>
        </p:txBody>
      </p:sp>
    </p:spTree>
    <p:extLst>
      <p:ext uri="{BB962C8B-B14F-4D97-AF65-F5344CB8AC3E}">
        <p14:creationId xmlns:p14="http://schemas.microsoft.com/office/powerpoint/2010/main" val="4042655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ECBF59-BCB4-58B4-7F5A-26F4236BF2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7964" y="437891"/>
            <a:ext cx="8436071" cy="5982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392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559151-1CF3-B1AB-230F-7D2BC84B2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1842" y="757958"/>
            <a:ext cx="7788315" cy="5342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465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661294-04A5-B34C-4214-3A7CB36629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936" y="570271"/>
            <a:ext cx="4532671" cy="41150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AF1CA4E-71F8-EE86-02FD-BF926F860F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74"/>
            <a:ext cx="12192000" cy="6849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168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46</Words>
  <Application>Microsoft Office PowerPoint</Application>
  <PresentationFormat>Widescreen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Pratyush Singh</dc:creator>
  <cp:lastModifiedBy>Pratyush Singh</cp:lastModifiedBy>
  <cp:revision>2</cp:revision>
  <dcterms:created xsi:type="dcterms:W3CDTF">2026-09-13T18:19:20Z</dcterms:created>
  <dcterms:modified xsi:type="dcterms:W3CDTF">2026-09-15T19:06:58Z</dcterms:modified>
</cp:coreProperties>
</file>